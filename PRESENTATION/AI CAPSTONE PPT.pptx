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72" r:id="rId4"/>
    <p:sldId id="277" r:id="rId5"/>
    <p:sldId id="258" r:id="rId6"/>
    <p:sldId id="261" r:id="rId7"/>
    <p:sldId id="269" r:id="rId8"/>
    <p:sldId id="274" r:id="rId9"/>
    <p:sldId id="275" r:id="rId10"/>
    <p:sldId id="273" r:id="rId11"/>
    <p:sldId id="271" r:id="rId12"/>
    <p:sldId id="276" r:id="rId13"/>
    <p:sldId id="262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115A1-0CDA-462B-AC22-9BC91728B122}" v="4" dt="2026-08-27T04:05:30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Dharshini" userId="791c3d68b9f8088b" providerId="LiveId" clId="{548FB4C4-6913-46E8-817A-198F01B10F8A}"/>
    <pc:docChg chg="custSel addSld delSld modSld modMainMaster">
      <pc:chgData name="Divya Dharshini" userId="791c3d68b9f8088b" providerId="LiveId" clId="{548FB4C4-6913-46E8-817A-198F01B10F8A}" dt="2026-08-27T04:07:07.675" v="166" actId="2711"/>
      <pc:docMkLst>
        <pc:docMk/>
      </pc:docMkLst>
      <pc:sldChg chg="modSp">
        <pc:chgData name="Divya Dharshini" userId="791c3d68b9f8088b" providerId="LiveId" clId="{548FB4C4-6913-46E8-817A-198F01B10F8A}" dt="2026-08-27T03:02:21.545" v="6" actId="2711"/>
        <pc:sldMkLst>
          <pc:docMk/>
          <pc:sldMk cId="2308445741" sldId="256"/>
        </pc:sldMkLst>
        <pc:spChg chg="mod">
          <ac:chgData name="Divya Dharshini" userId="791c3d68b9f8088b" providerId="LiveId" clId="{548FB4C4-6913-46E8-817A-198F01B10F8A}" dt="2026-08-27T03:02:21.545" v="6" actId="2711"/>
          <ac:spMkLst>
            <pc:docMk/>
            <pc:sldMk cId="2308445741" sldId="256"/>
            <ac:spMk id="2" creationId="{FD11DDFE-8B0D-D94A-4109-ACA2EDF75B63}"/>
          </ac:spMkLst>
        </pc:spChg>
        <pc:spChg chg="mod">
          <ac:chgData name="Divya Dharshini" userId="791c3d68b9f8088b" providerId="LiveId" clId="{548FB4C4-6913-46E8-817A-198F01B10F8A}" dt="2026-08-27T03:02:21.545" v="6" actId="2711"/>
          <ac:spMkLst>
            <pc:docMk/>
            <pc:sldMk cId="2308445741" sldId="256"/>
            <ac:spMk id="3" creationId="{4AEB515F-7830-BDDC-E214-61B99B0F4CE4}"/>
          </ac:spMkLst>
        </pc:spChg>
        <pc:spChg chg="mod">
          <ac:chgData name="Divya Dharshini" userId="791c3d68b9f8088b" providerId="LiveId" clId="{548FB4C4-6913-46E8-817A-198F01B10F8A}" dt="2026-08-27T03:02:21.545" v="6" actId="2711"/>
          <ac:spMkLst>
            <pc:docMk/>
            <pc:sldMk cId="2308445741" sldId="256"/>
            <ac:spMk id="4" creationId="{F928CAF2-3E5F-5897-3826-78BDEC901BCB}"/>
          </ac:spMkLst>
        </pc:spChg>
        <pc:spChg chg="mod">
          <ac:chgData name="Divya Dharshini" userId="791c3d68b9f8088b" providerId="LiveId" clId="{548FB4C4-6913-46E8-817A-198F01B10F8A}" dt="2026-08-27T03:02:21.545" v="6" actId="2711"/>
          <ac:spMkLst>
            <pc:docMk/>
            <pc:sldMk cId="2308445741" sldId="256"/>
            <ac:spMk id="5" creationId="{19DDB214-A705-E458-8E02-E96FF964886C}"/>
          </ac:spMkLst>
        </pc:spChg>
        <pc:spChg chg="mod">
          <ac:chgData name="Divya Dharshini" userId="791c3d68b9f8088b" providerId="LiveId" clId="{548FB4C4-6913-46E8-817A-198F01B10F8A}" dt="2026-08-27T03:02:21.545" v="6" actId="2711"/>
          <ac:spMkLst>
            <pc:docMk/>
            <pc:sldMk cId="2308445741" sldId="256"/>
            <ac:spMk id="9" creationId="{590DE1DC-95EB-0FC6-F56D-F0183CFF53C3}"/>
          </ac:spMkLst>
        </pc:spChg>
        <pc:spChg chg="mod">
          <ac:chgData name="Divya Dharshini" userId="791c3d68b9f8088b" providerId="LiveId" clId="{548FB4C4-6913-46E8-817A-198F01B10F8A}" dt="2026-08-27T03:02:21.545" v="6" actId="2711"/>
          <ac:spMkLst>
            <pc:docMk/>
            <pc:sldMk cId="2308445741" sldId="256"/>
            <ac:spMk id="10" creationId="{E9A71970-AC0F-99DF-E05B-B82BEC6FFD4A}"/>
          </ac:spMkLst>
        </pc:spChg>
        <pc:spChg chg="mod">
          <ac:chgData name="Divya Dharshini" userId="791c3d68b9f8088b" providerId="LiveId" clId="{548FB4C4-6913-46E8-817A-198F01B10F8A}" dt="2026-08-27T03:02:21.545" v="6" actId="2711"/>
          <ac:spMkLst>
            <pc:docMk/>
            <pc:sldMk cId="2308445741" sldId="256"/>
            <ac:spMk id="14" creationId="{4418E4E0-F3BF-B349-CA62-11E9D7610872}"/>
          </ac:spMkLst>
        </pc:spChg>
        <pc:spChg chg="mod">
          <ac:chgData name="Divya Dharshini" userId="791c3d68b9f8088b" providerId="LiveId" clId="{548FB4C4-6913-46E8-817A-198F01B10F8A}" dt="2026-08-27T03:02:21.545" v="6" actId="2711"/>
          <ac:spMkLst>
            <pc:docMk/>
            <pc:sldMk cId="2308445741" sldId="256"/>
            <ac:spMk id="16" creationId="{0EC5D64C-3A01-910A-ED06-3B1CD41976F0}"/>
          </ac:spMkLst>
        </pc:spChg>
        <pc:picChg chg="mod">
          <ac:chgData name="Divya Dharshini" userId="791c3d68b9f8088b" providerId="LiveId" clId="{548FB4C4-6913-46E8-817A-198F01B10F8A}" dt="2026-08-27T03:02:21.545" v="6" actId="2711"/>
          <ac:picMkLst>
            <pc:docMk/>
            <pc:sldMk cId="2308445741" sldId="256"/>
            <ac:picMk id="7" creationId="{8EDB3D2D-F477-CC1E-C75F-776BF1367CF6}"/>
          </ac:picMkLst>
        </pc:picChg>
        <pc:picChg chg="mod">
          <ac:chgData name="Divya Dharshini" userId="791c3d68b9f8088b" providerId="LiveId" clId="{548FB4C4-6913-46E8-817A-198F01B10F8A}" dt="2026-08-27T03:02:21.545" v="6" actId="2711"/>
          <ac:picMkLst>
            <pc:docMk/>
            <pc:sldMk cId="2308445741" sldId="256"/>
            <ac:picMk id="8" creationId="{A92FBCA5-DDFE-99C4-423D-3E21F45F2288}"/>
          </ac:picMkLst>
        </pc:picChg>
      </pc:sldChg>
      <pc:sldChg chg="del">
        <pc:chgData name="Divya Dharshini" userId="791c3d68b9f8088b" providerId="LiveId" clId="{548FB4C4-6913-46E8-817A-198F01B10F8A}" dt="2026-08-27T02:57:47.026" v="0" actId="47"/>
        <pc:sldMkLst>
          <pc:docMk/>
          <pc:sldMk cId="2149925247" sldId="257"/>
        </pc:sldMkLst>
      </pc:sldChg>
      <pc:sldChg chg="modSp mod">
        <pc:chgData name="Divya Dharshini" userId="791c3d68b9f8088b" providerId="LiveId" clId="{548FB4C4-6913-46E8-817A-198F01B10F8A}" dt="2026-08-27T03:14:30.430" v="61" actId="5793"/>
        <pc:sldMkLst>
          <pc:docMk/>
          <pc:sldMk cId="359018103" sldId="258"/>
        </pc:sldMkLst>
        <pc:spChg chg="mod">
          <ac:chgData name="Divya Dharshini" userId="791c3d68b9f8088b" providerId="LiveId" clId="{548FB4C4-6913-46E8-817A-198F01B10F8A}" dt="2026-08-27T03:14:30.430" v="61" actId="5793"/>
          <ac:spMkLst>
            <pc:docMk/>
            <pc:sldMk cId="359018103" sldId="258"/>
            <ac:spMk id="2" creationId="{D2AF71BC-50EB-5081-8738-B4B27D76D6F6}"/>
          </ac:spMkLst>
        </pc:spChg>
      </pc:sldChg>
      <pc:sldChg chg="modSp mod">
        <pc:chgData name="Divya Dharshini" userId="791c3d68b9f8088b" providerId="LiveId" clId="{548FB4C4-6913-46E8-817A-198F01B10F8A}" dt="2026-08-27T03:01:40.173" v="4" actId="113"/>
        <pc:sldMkLst>
          <pc:docMk/>
          <pc:sldMk cId="1381301486" sldId="259"/>
        </pc:sldMkLst>
        <pc:spChg chg="mod">
          <ac:chgData name="Divya Dharshini" userId="791c3d68b9f8088b" providerId="LiveId" clId="{548FB4C4-6913-46E8-817A-198F01B10F8A}" dt="2026-08-27T03:01:40.173" v="4" actId="113"/>
          <ac:spMkLst>
            <pc:docMk/>
            <pc:sldMk cId="1381301486" sldId="259"/>
            <ac:spMk id="7" creationId="{DC832EBF-5820-B1F0-C499-72412C4E9C1B}"/>
          </ac:spMkLst>
        </pc:spChg>
      </pc:sldChg>
      <pc:sldChg chg="modSp mod">
        <pc:chgData name="Divya Dharshini" userId="791c3d68b9f8088b" providerId="LiveId" clId="{548FB4C4-6913-46E8-817A-198F01B10F8A}" dt="2026-08-27T03:15:36.952" v="108" actId="20577"/>
        <pc:sldMkLst>
          <pc:docMk/>
          <pc:sldMk cId="3053081430" sldId="262"/>
        </pc:sldMkLst>
        <pc:spChg chg="mod">
          <ac:chgData name="Divya Dharshini" userId="791c3d68b9f8088b" providerId="LiveId" clId="{548FB4C4-6913-46E8-817A-198F01B10F8A}" dt="2026-08-27T03:15:36.952" v="108" actId="20577"/>
          <ac:spMkLst>
            <pc:docMk/>
            <pc:sldMk cId="3053081430" sldId="262"/>
            <ac:spMk id="8" creationId="{00000000-0000-0000-0000-000000000000}"/>
          </ac:spMkLst>
        </pc:spChg>
      </pc:sldChg>
      <pc:sldChg chg="modSp mod">
        <pc:chgData name="Divya Dharshini" userId="791c3d68b9f8088b" providerId="LiveId" clId="{548FB4C4-6913-46E8-817A-198F01B10F8A}" dt="2026-08-27T03:15:11.585" v="74" actId="20577"/>
        <pc:sldMkLst>
          <pc:docMk/>
          <pc:sldMk cId="2357903696" sldId="265"/>
        </pc:sldMkLst>
        <pc:spChg chg="mod">
          <ac:chgData name="Divya Dharshini" userId="791c3d68b9f8088b" providerId="LiveId" clId="{548FB4C4-6913-46E8-817A-198F01B10F8A}" dt="2026-08-27T03:15:11.585" v="74" actId="20577"/>
          <ac:spMkLst>
            <pc:docMk/>
            <pc:sldMk cId="2357903696" sldId="265"/>
            <ac:spMk id="5" creationId="{69BC9F6A-296A-A57E-6D82-57D5EB56C4C3}"/>
          </ac:spMkLst>
        </pc:spChg>
      </pc:sldChg>
      <pc:sldChg chg="modSp mod">
        <pc:chgData name="Divya Dharshini" userId="791c3d68b9f8088b" providerId="LiveId" clId="{548FB4C4-6913-46E8-817A-198F01B10F8A}" dt="2026-08-27T03:03:09.382" v="10" actId="12"/>
        <pc:sldMkLst>
          <pc:docMk/>
          <pc:sldMk cId="3655694200" sldId="269"/>
        </pc:sldMkLst>
        <pc:spChg chg="mod">
          <ac:chgData name="Divya Dharshini" userId="791c3d68b9f8088b" providerId="LiveId" clId="{548FB4C4-6913-46E8-817A-198F01B10F8A}" dt="2026-08-27T03:03:09.382" v="10" actId="12"/>
          <ac:spMkLst>
            <pc:docMk/>
            <pc:sldMk cId="3655694200" sldId="269"/>
            <ac:spMk id="3" creationId="{00000000-0000-0000-0000-000000000000}"/>
          </ac:spMkLst>
        </pc:spChg>
      </pc:sldChg>
      <pc:sldChg chg="modSp del mod">
        <pc:chgData name="Divya Dharshini" userId="791c3d68b9f8088b" providerId="LiveId" clId="{548FB4C4-6913-46E8-817A-198F01B10F8A}" dt="2026-08-27T03:14:52.029" v="62" actId="47"/>
        <pc:sldMkLst>
          <pc:docMk/>
          <pc:sldMk cId="969301339" sldId="270"/>
        </pc:sldMkLst>
        <pc:spChg chg="mod">
          <ac:chgData name="Divya Dharshini" userId="791c3d68b9f8088b" providerId="LiveId" clId="{548FB4C4-6913-46E8-817A-198F01B10F8A}" dt="2026-08-27T03:04:40.847" v="27" actId="404"/>
          <ac:spMkLst>
            <pc:docMk/>
            <pc:sldMk cId="969301339" sldId="270"/>
            <ac:spMk id="3" creationId="{82178255-80CB-E33C-0B12-8BD8A2113F98}"/>
          </ac:spMkLst>
        </pc:spChg>
      </pc:sldChg>
      <pc:sldChg chg="modSp mod">
        <pc:chgData name="Divya Dharshini" userId="791c3d68b9f8088b" providerId="LiveId" clId="{548FB4C4-6913-46E8-817A-198F01B10F8A}" dt="2026-08-27T03:01:50.687" v="5" actId="2711"/>
        <pc:sldMkLst>
          <pc:docMk/>
          <pc:sldMk cId="662386972" sldId="272"/>
        </pc:sldMkLst>
        <pc:spChg chg="mod">
          <ac:chgData name="Divya Dharshini" userId="791c3d68b9f8088b" providerId="LiveId" clId="{548FB4C4-6913-46E8-817A-198F01B10F8A}" dt="2026-08-27T03:01:50.687" v="5" actId="2711"/>
          <ac:spMkLst>
            <pc:docMk/>
            <pc:sldMk cId="662386972" sldId="272"/>
            <ac:spMk id="7" creationId="{43513611-D1B9-B508-BCC3-9358A1CFDFF3}"/>
          </ac:spMkLst>
        </pc:spChg>
      </pc:sldChg>
      <pc:sldChg chg="modSp mod">
        <pc:chgData name="Divya Dharshini" userId="791c3d68b9f8088b" providerId="LiveId" clId="{548FB4C4-6913-46E8-817A-198F01B10F8A}" dt="2026-08-27T03:04:19.836" v="23" actId="2711"/>
        <pc:sldMkLst>
          <pc:docMk/>
          <pc:sldMk cId="2439250516" sldId="273"/>
        </pc:sldMkLst>
        <pc:spChg chg="mod">
          <ac:chgData name="Divya Dharshini" userId="791c3d68b9f8088b" providerId="LiveId" clId="{548FB4C4-6913-46E8-817A-198F01B10F8A}" dt="2026-08-27T03:04:19.836" v="23" actId="2711"/>
          <ac:spMkLst>
            <pc:docMk/>
            <pc:sldMk cId="2439250516" sldId="273"/>
            <ac:spMk id="3" creationId="{4392B290-7273-849A-EE0E-0DB32F40CF28}"/>
          </ac:spMkLst>
        </pc:spChg>
      </pc:sldChg>
      <pc:sldChg chg="modSp mod">
        <pc:chgData name="Divya Dharshini" userId="791c3d68b9f8088b" providerId="LiveId" clId="{548FB4C4-6913-46E8-817A-198F01B10F8A}" dt="2026-08-27T03:03:50.288" v="14" actId="12"/>
        <pc:sldMkLst>
          <pc:docMk/>
          <pc:sldMk cId="566104495" sldId="274"/>
        </pc:sldMkLst>
        <pc:spChg chg="mod">
          <ac:chgData name="Divya Dharshini" userId="791c3d68b9f8088b" providerId="LiveId" clId="{548FB4C4-6913-46E8-817A-198F01B10F8A}" dt="2026-08-27T03:03:50.288" v="14" actId="12"/>
          <ac:spMkLst>
            <pc:docMk/>
            <pc:sldMk cId="566104495" sldId="274"/>
            <ac:spMk id="3" creationId="{72B200A1-ADF7-892C-3B37-ED9385AEEC86}"/>
          </ac:spMkLst>
        </pc:spChg>
      </pc:sldChg>
      <pc:sldChg chg="modSp mod">
        <pc:chgData name="Divya Dharshini" userId="791c3d68b9f8088b" providerId="LiveId" clId="{548FB4C4-6913-46E8-817A-198F01B10F8A}" dt="2026-08-27T03:04:01.778" v="17" actId="113"/>
        <pc:sldMkLst>
          <pc:docMk/>
          <pc:sldMk cId="3971141831" sldId="275"/>
        </pc:sldMkLst>
        <pc:spChg chg="mod">
          <ac:chgData name="Divya Dharshini" userId="791c3d68b9f8088b" providerId="LiveId" clId="{548FB4C4-6913-46E8-817A-198F01B10F8A}" dt="2026-08-27T03:04:01.778" v="17" actId="113"/>
          <ac:spMkLst>
            <pc:docMk/>
            <pc:sldMk cId="3971141831" sldId="275"/>
            <ac:spMk id="3" creationId="{9F73BDBF-C729-EF4C-5976-A2CFFD74CFD1}"/>
          </ac:spMkLst>
        </pc:spChg>
      </pc:sldChg>
      <pc:sldChg chg="addSp delSp modSp new mod setBg">
        <pc:chgData name="Divya Dharshini" userId="791c3d68b9f8088b" providerId="LiveId" clId="{548FB4C4-6913-46E8-817A-198F01B10F8A}" dt="2026-08-27T04:07:07.675" v="166" actId="2711"/>
        <pc:sldMkLst>
          <pc:docMk/>
          <pc:sldMk cId="1101361942" sldId="277"/>
        </pc:sldMkLst>
        <pc:spChg chg="mod">
          <ac:chgData name="Divya Dharshini" userId="791c3d68b9f8088b" providerId="LiveId" clId="{548FB4C4-6913-46E8-817A-198F01B10F8A}" dt="2026-08-27T04:07:07.675" v="166" actId="2711"/>
          <ac:spMkLst>
            <pc:docMk/>
            <pc:sldMk cId="1101361942" sldId="277"/>
            <ac:spMk id="2" creationId="{754DEAB9-0191-1DCA-1317-A22528CB2BBE}"/>
          </ac:spMkLst>
        </pc:spChg>
        <pc:spChg chg="del">
          <ac:chgData name="Divya Dharshini" userId="791c3d68b9f8088b" providerId="LiveId" clId="{548FB4C4-6913-46E8-817A-198F01B10F8A}" dt="2026-08-27T04:03:32.916" v="133"/>
          <ac:spMkLst>
            <pc:docMk/>
            <pc:sldMk cId="1101361942" sldId="277"/>
            <ac:spMk id="3" creationId="{21BB35BB-2075-CC85-FCD3-7B110127866C}"/>
          </ac:spMkLst>
        </pc:spChg>
        <pc:graphicFrameChg chg="add mod modGraphic">
          <ac:chgData name="Divya Dharshini" userId="791c3d68b9f8088b" providerId="LiveId" clId="{548FB4C4-6913-46E8-817A-198F01B10F8A}" dt="2026-08-27T04:05:59.120" v="165" actId="403"/>
          <ac:graphicFrameMkLst>
            <pc:docMk/>
            <pc:sldMk cId="1101361942" sldId="277"/>
            <ac:graphicFrameMk id="4" creationId="{517AA051-EF45-591A-8DBE-06696BB36F55}"/>
          </ac:graphicFrameMkLst>
        </pc:graphicFrameChg>
      </pc:sldChg>
      <pc:sldMasterChg chg="modSldLayout">
        <pc:chgData name="Divya Dharshini" userId="791c3d68b9f8088b" providerId="LiveId" clId="{548FB4C4-6913-46E8-817A-198F01B10F8A}" dt="2026-08-27T04:05:30.416" v="158"/>
        <pc:sldMasterMkLst>
          <pc:docMk/>
          <pc:sldMasterMk cId="4211156640" sldId="2147483669"/>
        </pc:sldMasterMkLst>
        <pc:sldLayoutChg chg="addSp delSp">
          <pc:chgData name="Divya Dharshini" userId="791c3d68b9f8088b" providerId="LiveId" clId="{548FB4C4-6913-46E8-817A-198F01B10F8A}" dt="2026-08-27T04:05:30.416" v="158"/>
          <pc:sldLayoutMkLst>
            <pc:docMk/>
            <pc:sldMasterMk cId="4211156640" sldId="2147483669"/>
            <pc:sldLayoutMk cId="956239099" sldId="2147483697"/>
          </pc:sldLayoutMkLst>
          <pc:picChg chg="add del">
            <ac:chgData name="Divya Dharshini" userId="791c3d68b9f8088b" providerId="LiveId" clId="{548FB4C4-6913-46E8-817A-198F01B10F8A}" dt="2026-08-27T04:05:30.416" v="158"/>
            <ac:picMkLst>
              <pc:docMk/>
              <pc:sldMasterMk cId="4211156640" sldId="2147483669"/>
              <pc:sldLayoutMk cId="956239099" sldId="2147483697"/>
              <ac:picMk id="7" creationId="{00000000-0000-0000-0000-000000000000}"/>
            </ac:picMkLst>
          </pc:picChg>
        </pc:sldLayoutChg>
        <pc:sldLayoutChg chg="addSp delSp">
          <pc:chgData name="Divya Dharshini" userId="791c3d68b9f8088b" providerId="LiveId" clId="{548FB4C4-6913-46E8-817A-198F01B10F8A}" dt="2026-08-27T04:05:30.416" v="158"/>
          <pc:sldLayoutMkLst>
            <pc:docMk/>
            <pc:sldMasterMk cId="4211156640" sldId="2147483669"/>
            <pc:sldLayoutMk cId="4277086312" sldId="2147483698"/>
          </pc:sldLayoutMkLst>
          <pc:picChg chg="add del">
            <ac:chgData name="Divya Dharshini" userId="791c3d68b9f8088b" providerId="LiveId" clId="{548FB4C4-6913-46E8-817A-198F01B10F8A}" dt="2026-08-27T04:05:30.416" v="158"/>
            <ac:picMkLst>
              <pc:docMk/>
              <pc:sldMasterMk cId="4211156640" sldId="2147483669"/>
              <pc:sldLayoutMk cId="4277086312" sldId="2147483698"/>
              <ac:picMk id="3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00585-A8F9-4E27-9EB6-2CB9EAB7AEF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9B1C8-9EDE-4F45-9902-6EA3E257F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30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9B1C8-9EDE-4F45-9902-6EA3E257F1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1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1DDFE-8B0D-D94A-4109-ACA2EDF75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88" y="3756233"/>
            <a:ext cx="11523405" cy="740492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TRAFFIC DENSITY PREDICTION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CCTV-Based Vehicle Detection and Congestion Forecasting using YOLO, CNN &amp; LSTM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B515F-7830-BDDC-E214-61B99B0F4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5438" y="4769875"/>
            <a:ext cx="3469917" cy="1590368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F928CAF2-3E5F-5897-3826-78BDEC901BCB}"/>
              </a:ext>
            </a:extLst>
          </p:cNvPr>
          <p:cNvSpPr/>
          <p:nvPr/>
        </p:nvSpPr>
        <p:spPr>
          <a:xfrm>
            <a:off x="7180289" y="4923478"/>
            <a:ext cx="5011711" cy="1934522"/>
          </a:xfrm>
          <a:prstGeom prst="round2SameRect">
            <a:avLst>
              <a:gd name="adj1" fmla="val 16667"/>
              <a:gd name="adj2" fmla="val 1075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Shabarish N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192424007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Prince Raj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192312284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J.Sakthivel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192512409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19DDB214-A705-E458-8E02-E96FF964886C}"/>
              </a:ext>
            </a:extLst>
          </p:cNvPr>
          <p:cNvSpPr/>
          <p:nvPr/>
        </p:nvSpPr>
        <p:spPr>
          <a:xfrm>
            <a:off x="0" y="4989873"/>
            <a:ext cx="3927423" cy="1934522"/>
          </a:xfrm>
          <a:prstGeom prst="round2Same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BY: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Krishnakumar K</a:t>
            </a:r>
          </a:p>
        </p:txBody>
      </p:sp>
      <p:pic>
        <p:nvPicPr>
          <p:cNvPr id="7" name="image1.png">
            <a:extLst>
              <a:ext uri="{FF2B5EF4-FFF2-40B4-BE49-F238E27FC236}">
                <a16:creationId xmlns:a16="http://schemas.microsoft.com/office/drawing/2014/main" id="{8EDB3D2D-F477-CC1E-C75F-776BF1367CF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52929" y="465372"/>
            <a:ext cx="1306558" cy="994966"/>
          </a:xfrm>
          <a:prstGeom prst="rect">
            <a:avLst/>
          </a:prstGeom>
          <a:ln/>
        </p:spPr>
      </p:pic>
      <p:pic>
        <p:nvPicPr>
          <p:cNvPr id="8" name="image4.png">
            <a:extLst>
              <a:ext uri="{FF2B5EF4-FFF2-40B4-BE49-F238E27FC236}">
                <a16:creationId xmlns:a16="http://schemas.microsoft.com/office/drawing/2014/main" id="{A92FBCA5-DDFE-99C4-423D-3E21F45F228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9778180" y="441169"/>
            <a:ext cx="964431" cy="990600"/>
          </a:xfrm>
          <a:prstGeom prst="rect">
            <a:avLst/>
          </a:prstGeom>
          <a:ln/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590DE1DC-95EB-0FC6-F56D-F0183CFF5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213" y="-75951"/>
            <a:ext cx="63221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18E4E0-F3BF-B349-CA62-11E9D7610872}"/>
              </a:ext>
            </a:extLst>
          </p:cNvPr>
          <p:cNvSpPr txBox="1"/>
          <p:nvPr/>
        </p:nvSpPr>
        <p:spPr>
          <a:xfrm>
            <a:off x="3248815" y="131881"/>
            <a:ext cx="6113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C5D64C-3A01-910A-ED06-3B1CD41976F0}"/>
              </a:ext>
            </a:extLst>
          </p:cNvPr>
          <p:cNvSpPr txBox="1"/>
          <p:nvPr/>
        </p:nvSpPr>
        <p:spPr>
          <a:xfrm>
            <a:off x="2785858" y="662573"/>
            <a:ext cx="5739580" cy="135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Chennai-602105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A71970-AC0F-99DF-E05B-B82BEC6FFD4A}"/>
              </a:ext>
            </a:extLst>
          </p:cNvPr>
          <p:cNvSpPr txBox="1">
            <a:spLocks/>
          </p:cNvSpPr>
          <p:nvPr/>
        </p:nvSpPr>
        <p:spPr>
          <a:xfrm>
            <a:off x="0" y="1991030"/>
            <a:ext cx="11523405" cy="7404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–csa1711</a:t>
            </a:r>
          </a:p>
        </p:txBody>
      </p:sp>
    </p:spTree>
    <p:extLst>
      <p:ext uri="{BB962C8B-B14F-4D97-AF65-F5344CB8AC3E}">
        <p14:creationId xmlns:p14="http://schemas.microsoft.com/office/powerpoint/2010/main" val="2308445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3A5C325D-198D-08A6-0F4E-442FB9D24A28}"/>
              </a:ext>
            </a:extLst>
          </p:cNvPr>
          <p:cNvSpPr/>
          <p:nvPr/>
        </p:nvSpPr>
        <p:spPr>
          <a:xfrm>
            <a:off x="328936" y="369332"/>
            <a:ext cx="4306529" cy="9074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/>
              <a:t>Introduction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32EBF-5820-B1F0-C499-72412C4E9C1B}"/>
              </a:ext>
            </a:extLst>
          </p:cNvPr>
          <p:cNvSpPr txBox="1"/>
          <p:nvPr/>
        </p:nvSpPr>
        <p:spPr>
          <a:xfrm>
            <a:off x="159895" y="1461417"/>
            <a:ext cx="11872210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leads to increasing traffic congestion. 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traffic monitoring mainly depends on manual observation. 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cameras provide continuous real-time traffic information. 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automatically detect vehicles and predict congestion. 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YOLO, CNN and LSTM for intelligent traffic prediction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FBE4CED-4E71-337D-10A4-A58AB58F4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130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7C1E-0B36-98EE-0749-B9ABA1C3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13995F62-B086-22B4-243A-A8D57A7A4EBA}"/>
              </a:ext>
            </a:extLst>
          </p:cNvPr>
          <p:cNvSpPr/>
          <p:nvPr/>
        </p:nvSpPr>
        <p:spPr>
          <a:xfrm>
            <a:off x="328936" y="369332"/>
            <a:ext cx="4306529" cy="9074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/>
              <a:t>Problem Statement 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13611-D1B9-B508-BCC3-9358A1CFDFF3}"/>
              </a:ext>
            </a:extLst>
          </p:cNvPr>
          <p:cNvSpPr txBox="1"/>
          <p:nvPr/>
        </p:nvSpPr>
        <p:spPr>
          <a:xfrm>
            <a:off x="1744" y="828813"/>
            <a:ext cx="11872210" cy="65556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Baskerville Old Face" panose="02020602080505020303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Increasing Traffic: Rapid growth in vehicles causes frequent traffic congestion.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Manual Monitoring: Traditional traffic monitoring is time-consuming and less efficient.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Real-Time Detection: There is a need to automatically detect and count vehicles from CCTV footage.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Congestion Prediction: Existing monitoring methods have limited ability to predict upcoming traffic conditions.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Smart Solution: An AI-based system using YOLO, CNN, and LSTM is needed for vehicle detection and short-term traffic density prediction.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Baskerville Old Face" panose="02020602080505020303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4B0BD91-3D11-223C-2B84-89B5F1E8B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238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EAB9-0191-1DCA-1317-A22528CB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7AA051-EF45-591A-8DBE-06696BB36F5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02841442"/>
              </p:ext>
            </p:extLst>
          </p:nvPr>
        </p:nvGraphicFramePr>
        <p:xfrm>
          <a:off x="506896" y="1898374"/>
          <a:ext cx="10992678" cy="447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984">
                  <a:extLst>
                    <a:ext uri="{9D8B030D-6E8A-4147-A177-3AD203B41FA5}">
                      <a16:colId xmlns:a16="http://schemas.microsoft.com/office/drawing/2014/main" val="3122720109"/>
                    </a:ext>
                  </a:extLst>
                </a:gridCol>
                <a:gridCol w="1944901">
                  <a:extLst>
                    <a:ext uri="{9D8B030D-6E8A-4147-A177-3AD203B41FA5}">
                      <a16:colId xmlns:a16="http://schemas.microsoft.com/office/drawing/2014/main" val="1014290068"/>
                    </a:ext>
                  </a:extLst>
                </a:gridCol>
                <a:gridCol w="3368174">
                  <a:extLst>
                    <a:ext uri="{9D8B030D-6E8A-4147-A177-3AD203B41FA5}">
                      <a16:colId xmlns:a16="http://schemas.microsoft.com/office/drawing/2014/main" val="2178177222"/>
                    </a:ext>
                  </a:extLst>
                </a:gridCol>
                <a:gridCol w="1443105">
                  <a:extLst>
                    <a:ext uri="{9D8B030D-6E8A-4147-A177-3AD203B41FA5}">
                      <a16:colId xmlns:a16="http://schemas.microsoft.com/office/drawing/2014/main" val="2381643798"/>
                    </a:ext>
                  </a:extLst>
                </a:gridCol>
                <a:gridCol w="3725514">
                  <a:extLst>
                    <a:ext uri="{9D8B030D-6E8A-4147-A177-3AD203B41FA5}">
                      <a16:colId xmlns:a16="http://schemas.microsoft.com/office/drawing/2014/main" val="2267463336"/>
                    </a:ext>
                  </a:extLst>
                </a:gridCol>
              </a:tblGrid>
              <a:tr h="32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23859" marR="23859" marT="11930" marB="11930" anchor="ctr"/>
                </a:tc>
                <a:extLst>
                  <a:ext uri="{0D108BD9-81ED-4DB2-BD59-A6C34878D82A}">
                    <a16:rowId xmlns:a16="http://schemas.microsoft.com/office/drawing/2014/main" val="76410479"/>
                  </a:ext>
                </a:extLst>
              </a:tr>
              <a:tr h="82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Chao Wang, Qiang Shang, Kun Liu &amp; Wenxue Zhang (2025)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Congestion Recognition Based on Convolutional Neural Networks in Different Scenarios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YOLOv8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focuses on congestion recognition; performance can be affected by difficult weather and visibility conditions.</a:t>
                      </a:r>
                    </a:p>
                  </a:txBody>
                  <a:tcPr marL="23859" marR="23859" marT="11930" marB="11930" anchor="ctr"/>
                </a:tc>
                <a:extLst>
                  <a:ext uri="{0D108BD9-81ED-4DB2-BD59-A6C34878D82A}">
                    <a16:rowId xmlns:a16="http://schemas.microsoft.com/office/drawing/2014/main" val="3587123189"/>
                  </a:ext>
                </a:extLst>
              </a:tr>
              <a:tr h="82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Chen (2025)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YOLO-Based and DCNN Fusion for Urban Traffic Congestion Prediction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+ CNN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multiple deep-learning models increases computational complexity and processing requirements.</a:t>
                      </a:r>
                    </a:p>
                  </a:txBody>
                  <a:tcPr marL="23859" marR="23859" marT="11930" marB="11930" anchor="ctr"/>
                </a:tc>
                <a:extLst>
                  <a:ext uri="{0D108BD9-81ED-4DB2-BD59-A6C34878D82A}">
                    <a16:rowId xmlns:a16="http://schemas.microsoft.com/office/drawing/2014/main" val="1660020858"/>
                  </a:ext>
                </a:extLst>
              </a:tr>
              <a:tr h="82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Junwoo Lim, Juyeob Lee, Chaehee An &amp; Eunil Park (2024)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Real-Time Traffic Volume Prediction: A Two-Step Approach of Object Detection and Time Series Modelling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YOLOv7 + LSTM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focuses on traffic-volume prediction; longer-term prediction requires further improvement.</a:t>
                      </a:r>
                    </a:p>
                  </a:txBody>
                  <a:tcPr marL="23859" marR="23859" marT="11930" marB="11930" anchor="ctr"/>
                </a:tc>
                <a:extLst>
                  <a:ext uri="{0D108BD9-81ED-4DB2-BD59-A6C34878D82A}">
                    <a16:rowId xmlns:a16="http://schemas.microsoft.com/office/drawing/2014/main" val="2422660165"/>
                  </a:ext>
                </a:extLst>
              </a:tr>
              <a:tr h="82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Kranti Kumar, Manoj Kumar &amp; Pritikana Das (2024)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Congestion Forecasting Using Multilayered Deep Neural Network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LSTM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was collected from a limited location and time period, reducing generalization to different traffic environments.</a:t>
                      </a:r>
                    </a:p>
                  </a:txBody>
                  <a:tcPr marL="23859" marR="23859" marT="11930" marB="11930" anchor="ctr"/>
                </a:tc>
                <a:extLst>
                  <a:ext uri="{0D108BD9-81ED-4DB2-BD59-A6C34878D82A}">
                    <a16:rowId xmlns:a16="http://schemas.microsoft.com/office/drawing/2014/main" val="1475262094"/>
                  </a:ext>
                </a:extLst>
              </a:tr>
              <a:tr h="82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Ganapathy Sannasi &amp; Devansh Ajmera (2024)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Video Surveillance System for Detecting the Vehicles on Road Using Refined YOLOv4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YOLOv4</a:t>
                      </a:r>
                    </a:p>
                  </a:txBody>
                  <a:tcPr marL="23859" marR="23859" marT="11930" marB="11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performs vehicle detection and tracking and does not focus on predicting future traffic congestion.</a:t>
                      </a:r>
                    </a:p>
                  </a:txBody>
                  <a:tcPr marL="23859" marR="23859" marT="11930" marB="11930" anchor="ctr"/>
                </a:tc>
                <a:extLst>
                  <a:ext uri="{0D108BD9-81ED-4DB2-BD59-A6C34878D82A}">
                    <a16:rowId xmlns:a16="http://schemas.microsoft.com/office/drawing/2014/main" val="4294250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361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C53BB8E1-E327-B9BC-800A-02815F3563B5}"/>
              </a:ext>
            </a:extLst>
          </p:cNvPr>
          <p:cNvSpPr/>
          <p:nvPr/>
        </p:nvSpPr>
        <p:spPr>
          <a:xfrm>
            <a:off x="400657" y="-107872"/>
            <a:ext cx="5968181" cy="100289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AIM AND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F71BC-50EB-5081-8738-B4B27D76D6F6}"/>
              </a:ext>
            </a:extLst>
          </p:cNvPr>
          <p:cNvSpPr txBox="1"/>
          <p:nvPr/>
        </p:nvSpPr>
        <p:spPr>
          <a:xfrm>
            <a:off x="400657" y="895019"/>
            <a:ext cx="11907865" cy="625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FontTx/>
              <a:buChar char="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</a:t>
            </a:r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FontTx/>
              <a:buChar char="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Traffic Density Prediction system that analyzes CCTV images and forecasts traffic congestion in real time.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CCTV-based traffic data.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count vehicles using YOLO.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spatial features using CNN.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short-term congestion using LSTM.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using RMSE and prediction accuracy.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results through an interactive dashboard. </a:t>
            </a:r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1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3FD144B7-6A05-49F2-ED2C-50FCAFD6CE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D4962-AAF9-3711-43DC-0D95628AE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97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63EDE7B9-A40E-3E0F-BD10-B57D8707D7C4}"/>
              </a:ext>
            </a:extLst>
          </p:cNvPr>
          <p:cNvSpPr/>
          <p:nvPr/>
        </p:nvSpPr>
        <p:spPr>
          <a:xfrm>
            <a:off x="308098" y="134912"/>
            <a:ext cx="9757309" cy="9074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dirty="0"/>
              <a:t>Module 1-   Traffic Data Collection &amp; Prepro</a:t>
            </a:r>
            <a:r>
              <a:rPr lang="en-IN" sz="3200"/>
              <a:t>cessing </a:t>
            </a:r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45864" y="1382286"/>
            <a:ext cx="10900271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Capture real-time traffic footage using CCTV cameras.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Extract individual frames from video using OpenCV.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Resize frames to a suitable resolution.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Apply image preprocessing and normalization.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Remove noise and improve image quality.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Record vehicle count and timestamp information.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Collect relevant weather conditions.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Prepare and store the processed data for the prediction model.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AutoNum type="arabicPeriod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9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F1CB4-C8DC-5E87-251A-B8CF1A3A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C9E4F13C-E862-BA78-2F30-E28760B688CD}"/>
              </a:ext>
            </a:extLst>
          </p:cNvPr>
          <p:cNvSpPr/>
          <p:nvPr/>
        </p:nvSpPr>
        <p:spPr>
          <a:xfrm>
            <a:off x="308098" y="134912"/>
            <a:ext cx="7298781" cy="9074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/>
              <a:t>Module 2 -   Traffic Prediction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200A1-ADF7-892C-3B37-ED9385AEEC86}"/>
              </a:ext>
            </a:extLst>
          </p:cNvPr>
          <p:cNvSpPr txBox="1"/>
          <p:nvPr/>
        </p:nvSpPr>
        <p:spPr>
          <a:xfrm>
            <a:off x="315185" y="1037229"/>
            <a:ext cx="10900271" cy="51398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Apply YOLO for real-time vehicle detection.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Identify different vehicle types such as cars, buses, bikes, and trucks.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Calculate the vehicle count from each frame.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Use CNN to extract important spatial features.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Combine vehicle count with time and weather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Use LSTM to learn traffic patterns over time.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Predict upcoming traffic density and congestion levels.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Evaluate prediction performance using RMSE and prediction accuracy.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04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8C4B7-3BD3-24AB-7468-A4BA704A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0464EABC-A012-7A30-8015-A12BB752A089}"/>
              </a:ext>
            </a:extLst>
          </p:cNvPr>
          <p:cNvSpPr/>
          <p:nvPr/>
        </p:nvSpPr>
        <p:spPr>
          <a:xfrm>
            <a:off x="308098" y="134912"/>
            <a:ext cx="7298781" cy="9074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dirty="0"/>
              <a:t>Module 3 -  </a:t>
            </a:r>
            <a:r>
              <a:rPr lang="en-IN" sz="3200"/>
              <a:t>Visualization Dashboard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3BDBF-C729-EF4C-5976-A2CFFD74CFD1}"/>
              </a:ext>
            </a:extLst>
          </p:cNvPr>
          <p:cNvSpPr txBox="1"/>
          <p:nvPr/>
        </p:nvSpPr>
        <p:spPr>
          <a:xfrm>
            <a:off x="315185" y="1037229"/>
            <a:ext cx="10900271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Display the live CCTV traffic feed.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Show detected vehicles with bounding boxes.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Display the current vehicle count.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Show the current traffic density level.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Display predicted congestion levels.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Present historical traffic trends.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Provide alerts for high-density areas.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Support traffic authorities in real-time decision-making.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14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6A92-0D31-6CB9-FD9A-B7FD8940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C11115ED-1D74-2ECE-7C1D-2B99FCF23DF5}"/>
              </a:ext>
            </a:extLst>
          </p:cNvPr>
          <p:cNvSpPr/>
          <p:nvPr/>
        </p:nvSpPr>
        <p:spPr>
          <a:xfrm>
            <a:off x="854438" y="134912"/>
            <a:ext cx="3805083" cy="9074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WORKFLOW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2B290-7273-849A-EE0E-0DB32F40CF28}"/>
              </a:ext>
            </a:extLst>
          </p:cNvPr>
          <p:cNvSpPr txBox="1"/>
          <p:nvPr/>
        </p:nvSpPr>
        <p:spPr>
          <a:xfrm>
            <a:off x="645864" y="1382286"/>
            <a:ext cx="1090027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Camera → OpenCV → YOLO → CNN → Vehicle Count + Time + Weather → LSTM → Prediction → Dashboard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Measures prediction error.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Accuracy: Measures how accurately congestion levels are predicted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9250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4BAA4-6BE2-75D3-9C4F-92CCB6C1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47F953-44DE-F7C8-A060-6E77FA87976A}"/>
              </a:ext>
            </a:extLst>
          </p:cNvPr>
          <p:cNvSpPr txBox="1"/>
          <p:nvPr/>
        </p:nvSpPr>
        <p:spPr>
          <a:xfrm>
            <a:off x="645864" y="1382286"/>
            <a:ext cx="109002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skerville Old Face" panose="02020602080505020303" pitchFamily="18" charset="0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5F176-0700-FB62-BB24-CE299315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9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E17D-0CA5-39D9-D8BF-80BA0554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5C983-9820-6CD3-FA85-EC7D76E51796}"/>
              </a:ext>
            </a:extLst>
          </p:cNvPr>
          <p:cNvSpPr txBox="1"/>
          <p:nvPr/>
        </p:nvSpPr>
        <p:spPr>
          <a:xfrm>
            <a:off x="645864" y="1382286"/>
            <a:ext cx="109002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skerville Old Face" panose="02020602080505020303" pitchFamily="18" charset="0"/>
              </a:rPr>
              <a:t>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8037A3-2005-EA9C-B5BE-443F8355F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6" y="632603"/>
            <a:ext cx="11969150" cy="622539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F048E70-4297-5926-4173-3A6644A4C6CE}"/>
              </a:ext>
            </a:extLst>
          </p:cNvPr>
          <p:cNvSpPr/>
          <p:nvPr/>
        </p:nvSpPr>
        <p:spPr>
          <a:xfrm>
            <a:off x="106815" y="-123880"/>
            <a:ext cx="7298781" cy="9074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/>
              <a:t>Sample Output of the Project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54200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7C190990-1179-4431-E771-3A289FCB14EC}"/>
              </a:ext>
            </a:extLst>
          </p:cNvPr>
          <p:cNvSpPr/>
          <p:nvPr/>
        </p:nvSpPr>
        <p:spPr>
          <a:xfrm>
            <a:off x="472432" y="0"/>
            <a:ext cx="5202654" cy="10127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RESULT AND ADVANTAGES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FA539D-40B8-EAA0-CCD6-7FD2DB347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8936" y="1682568"/>
            <a:ext cx="11731045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Vehicle Detection – YOLO detects and counts vehicles from CCTV footage.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Feature Extraction – CNN identifies important features (edges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patterns shapes) traffic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Prediction – LSTM predicts short-term traffic congestion levels.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– The dashboard provides live traffic information and predicted congestion.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Traffic Management – The system enables early congestion identification and supports faster decision-making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081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159EB319-907F-DD43-0520-7DC1583D2C02}"/>
              </a:ext>
            </a:extLst>
          </p:cNvPr>
          <p:cNvSpPr/>
          <p:nvPr/>
        </p:nvSpPr>
        <p:spPr>
          <a:xfrm>
            <a:off x="388374" y="37376"/>
            <a:ext cx="3569110" cy="97156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C9F6A-296A-A57E-6D82-57D5EB56C4C3}"/>
              </a:ext>
            </a:extLst>
          </p:cNvPr>
          <p:cNvSpPr txBox="1"/>
          <p:nvPr/>
        </p:nvSpPr>
        <p:spPr>
          <a:xfrm>
            <a:off x="388374" y="658861"/>
            <a:ext cx="11637818" cy="519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3200" dirty="0">
              <a:latin typeface="Baskerville Old Face" panose="02020602080505020303" pitchFamily="18" charset="0"/>
            </a:endParaRPr>
          </a:p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automated traffic monitoring using CCTV. </a:t>
            </a:r>
          </a:p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enables vehicle detection and counting. </a:t>
            </a:r>
          </a:p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extracts useful features traffic features. </a:t>
            </a:r>
          </a:p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predicts short-term congestion patterns. </a:t>
            </a:r>
          </a:p>
          <a:p>
            <a:pPr marL="457200" lvl="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supports real-time traffic management and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235790369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377</TotalTime>
  <Words>830</Words>
  <Application>Microsoft Office PowerPoint</Application>
  <PresentationFormat>Widescreen</PresentationFormat>
  <Paragraphs>126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Baskerville Old Face</vt:lpstr>
      <vt:lpstr>Times New Roman</vt:lpstr>
      <vt:lpstr>Tw Cen MT</vt:lpstr>
      <vt:lpstr>Wingdings</vt:lpstr>
      <vt:lpstr>Droplet</vt:lpstr>
      <vt:lpstr>SMART TRAFFIC DENSITY PREDICTION CCTV-Based Vehicle Detection and Congestion Forecasting using YOLO, CNN &amp; LSTM</vt:lpstr>
      <vt:lpstr>PowerPoint Presentation</vt:lpstr>
      <vt:lpstr>PowerPoint Presentation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TEMPERATURE controlled cooling fan using feedback amplifier</dc:title>
  <dc:creator>Vinothini M</dc:creator>
  <cp:lastModifiedBy>Divya Dharshini</cp:lastModifiedBy>
  <cp:revision>79</cp:revision>
  <dcterms:created xsi:type="dcterms:W3CDTF">2026-02-01T08:21:34Z</dcterms:created>
  <dcterms:modified xsi:type="dcterms:W3CDTF">2026-08-27T04:07:11Z</dcterms:modified>
</cp:coreProperties>
</file>